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CBSE Class XII Commerce Result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Python-based student project</a:t>
            </a:r>
          </a:p>
          <a:p>
            <a:pPr/>
            <a:r>
              <a:t>Uses fictional sample marks</a:t>
            </a:r>
          </a:p>
          <a:p>
            <a:pPr/>
            <a:r>
              <a:t>Interactive tables and 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Manual marks tables are difficult to scan quickly</a:t>
            </a:r>
          </a:p>
          <a:p>
            <a:pPr/>
            <a:r>
              <a:t>Subject-level patterns may be hard to notice</a:t>
            </a:r>
          </a:p>
          <a:p>
            <a:pPr/>
            <a:r>
              <a:t>A dashboard can summarise results visually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Calculate total and percentage</a:t>
            </a:r>
          </a:p>
          <a:p>
            <a:pPr/>
            <a:r>
              <a:t>Compare average marks by subject</a:t>
            </a:r>
          </a:p>
          <a:p>
            <a:pPr/>
            <a:r>
              <a:t>Filter by section</a:t>
            </a:r>
          </a:p>
          <a:p>
            <a:pPr/>
            <a:r>
              <a:t>Display distribution and export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</a:t>
            </a:r>
          </a:p>
          <a:p>
            <a:pPr/>
            <a:r>
              <a:t>Pandas</a:t>
            </a:r>
          </a:p>
          <a:p>
            <a:pPr/>
            <a:r>
              <a:t>Plotly</a:t>
            </a:r>
          </a:p>
          <a:p>
            <a:pPr/>
            <a:r>
              <a:t>Streamlit</a:t>
            </a:r>
          </a:p>
          <a:p>
            <a:pPr/>
            <a:r>
              <a:t>CSV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Student ID and section</a:t>
            </a:r>
          </a:p>
          <a:p>
            <a:pPr/>
            <a:r>
              <a:t>Five example subjects</a:t>
            </a:r>
          </a:p>
          <a:p>
            <a:pPr/>
            <a:r>
              <a:t>Marks assumed to be out of 100</a:t>
            </a:r>
          </a:p>
          <a:p>
            <a:pPr/>
            <a:r>
              <a:t>Sample data is fictional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Load CSV</a:t>
            </a:r>
          </a:p>
          <a:p>
            <a:pPr/>
            <a:r>
              <a:t>Validate columns and marks</a:t>
            </a:r>
          </a:p>
          <a:p>
            <a:pPr/>
            <a:r>
              <a:t>Calculate totals and percentages</a:t>
            </a:r>
          </a:p>
          <a:p>
            <a:pPr/>
            <a:r>
              <a:t>Build metrics and charts</a:t>
            </a:r>
          </a:p>
          <a:p>
            <a:pPr/>
            <a:r>
              <a:t>Allow filtering and CSV download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Student-wise table</a:t>
            </a:r>
          </a:p>
          <a:p>
            <a:pPr/>
            <a:r>
              <a:t>Summary metrics</a:t>
            </a:r>
          </a:p>
          <a:p>
            <a:pPr/>
            <a:r>
              <a:t>Subject average bar chart</a:t>
            </a:r>
          </a:p>
          <a:p>
            <a:pPr/>
            <a:r>
              <a:t>Percentage distribution histogram</a:t>
            </a:r>
          </a:p>
          <a:p>
            <a:pPr/>
            <a:r>
              <a:t>Demonstration support indicator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Class average and highest percentage</a:t>
            </a:r>
          </a:p>
          <a:p>
            <a:pPr/>
            <a:r>
              <a:t>Subject-wise comparison</a:t>
            </a:r>
          </a:p>
          <a:p>
            <a:pPr/>
            <a:r>
              <a:t>Students listed by performance</a:t>
            </a:r>
          </a:p>
          <a:p>
            <a:pPr/>
            <a:r>
              <a:t>Output changes with uploaded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Small fictional dataset</a:t>
            </a:r>
          </a:p>
          <a:p>
            <a:pPr/>
            <a:r>
              <a:t>Support indicator is not official CBSE policy</a:t>
            </a:r>
          </a:p>
          <a:p>
            <a:pPr/>
            <a:r>
              <a:t>Protect real student marks</a:t>
            </a:r>
          </a:p>
          <a:p>
            <a:pPr/>
            <a:r>
              <a:t>Use anonymised IDs when possible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Demonstrates data analysis and visualisation</a:t>
            </a:r>
          </a:p>
          <a:p>
            <a:pPr/>
            <a:r>
              <a:t>Can be extended to more subjects and terms</a:t>
            </a:r>
          </a:p>
          <a:p>
            <a:pPr/>
            <a:r>
              <a:t>Could add improved validation and secure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